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3F4B2-EA44-4B63-BBAB-889CAAD3D175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FA294-A1ED-4E1E-BFEB-555C77B8FC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765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3F4B2-EA44-4B63-BBAB-889CAAD3D175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FA294-A1ED-4E1E-BFEB-555C77B8FC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335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3F4B2-EA44-4B63-BBAB-889CAAD3D175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FA294-A1ED-4E1E-BFEB-555C77B8FC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8940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3F4B2-EA44-4B63-BBAB-889CAAD3D175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FA294-A1ED-4E1E-BFEB-555C77B8FC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140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3F4B2-EA44-4B63-BBAB-889CAAD3D175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FA294-A1ED-4E1E-BFEB-555C77B8FC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116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3F4B2-EA44-4B63-BBAB-889CAAD3D175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FA294-A1ED-4E1E-BFEB-555C77B8FC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402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3F4B2-EA44-4B63-BBAB-889CAAD3D175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FA294-A1ED-4E1E-BFEB-555C77B8FC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901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3F4B2-EA44-4B63-BBAB-889CAAD3D175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FA294-A1ED-4E1E-BFEB-555C77B8FC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815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3F4B2-EA44-4B63-BBAB-889CAAD3D175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FA294-A1ED-4E1E-BFEB-555C77B8FC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703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3F4B2-EA44-4B63-BBAB-889CAAD3D175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FA294-A1ED-4E1E-BFEB-555C77B8FC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721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3F4B2-EA44-4B63-BBAB-889CAAD3D175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FA294-A1ED-4E1E-BFEB-555C77B8FC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095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3F4B2-EA44-4B63-BBAB-889CAAD3D175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FA294-A1ED-4E1E-BFEB-555C77B8FC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6203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7224DD8-6FE7-45F8-BC7E-10DE0399A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906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B3C324E-435E-4EF0-ABE0-1222B6F29560}"/>
              </a:ext>
            </a:extLst>
          </p:cNvPr>
          <p:cNvSpPr/>
          <p:nvPr/>
        </p:nvSpPr>
        <p:spPr>
          <a:xfrm>
            <a:off x="93132" y="0"/>
            <a:ext cx="4605867" cy="50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517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9FAE3F1-BD59-4C24-B212-2924662F1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407" y="0"/>
            <a:ext cx="78551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293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BEB4530-44E0-495C-9602-4CB1C78CD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406" y="0"/>
            <a:ext cx="72151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120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7579CEA-061A-4916-A742-FC3047D75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909" y="0"/>
            <a:ext cx="72701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871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24CFFC3-BD0F-4D51-8F78-56586A502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602" y="0"/>
            <a:ext cx="64147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443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5D37A11-1170-4216-8E66-99B786A17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076" y="0"/>
            <a:ext cx="73358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928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AB16B4E-002E-412A-927D-AB023B8F9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152" y="337706"/>
            <a:ext cx="7849695" cy="618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671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124FD7F-A12B-4BD9-BC3F-9E1650DD5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490" y="0"/>
            <a:ext cx="64070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461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3DC586D-0A7C-4900-A060-F904BAB3E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623" y="0"/>
            <a:ext cx="66627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888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8CE8A63-4858-40F8-A36D-E956D1384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42" y="580627"/>
            <a:ext cx="7821116" cy="5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879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3324774-71C8-442A-8AE6-4928E06FD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099" y="0"/>
            <a:ext cx="62318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568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DC0AAF2-2D0A-45B3-BDF0-503300586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336" y="332943"/>
            <a:ext cx="7897327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57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AF76AB3-AB88-42A1-BEAA-487C46C7A4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930"/>
          <a:stretch/>
        </p:blipFill>
        <p:spPr>
          <a:xfrm>
            <a:off x="5996178" y="2135507"/>
            <a:ext cx="1970954" cy="129349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CF29D5E-62A2-4211-A527-DA74F1FC9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35" y="518373"/>
            <a:ext cx="4810796" cy="301032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127573B-907F-4798-8203-1E58364A35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879"/>
          <a:stretch/>
        </p:blipFill>
        <p:spPr>
          <a:xfrm>
            <a:off x="5996178" y="745067"/>
            <a:ext cx="1970954" cy="1337734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F6E9937-CC6F-4ADC-923E-46325229D090}"/>
              </a:ext>
            </a:extLst>
          </p:cNvPr>
          <p:cNvSpPr/>
          <p:nvPr/>
        </p:nvSpPr>
        <p:spPr>
          <a:xfrm>
            <a:off x="228600" y="503346"/>
            <a:ext cx="8331200" cy="3010320"/>
          </a:xfrm>
          <a:prstGeom prst="roundRect">
            <a:avLst>
              <a:gd name="adj" fmla="val 2323"/>
            </a:avLst>
          </a:prstGeom>
          <a:solidFill>
            <a:srgbClr val="E7E6E6">
              <a:alpha val="16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47FCBE4-B66B-4C8E-BBDA-556A08C60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" y="3581399"/>
            <a:ext cx="8340051" cy="302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016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0</Words>
  <Application>Microsoft Office PowerPoint</Application>
  <PresentationFormat>A4 용지(210x297mm)</PresentationFormat>
  <Paragraphs>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bosung shin</dc:creator>
  <cp:lastModifiedBy>bosung shin</cp:lastModifiedBy>
  <cp:revision>4</cp:revision>
  <dcterms:created xsi:type="dcterms:W3CDTF">2026-05-01T14:57:59Z</dcterms:created>
  <dcterms:modified xsi:type="dcterms:W3CDTF">2026-05-01T16:55:48Z</dcterms:modified>
</cp:coreProperties>
</file>